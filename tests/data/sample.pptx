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 and welcome. This short deck shows what the tool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slide becomes one clip. The clips are joined into one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choose the voice, the speed and whether you want subtitles.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is all. Pick a deck of your own and try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Welcome to the tour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Four slides</a:t>
            </a:r>
          </a:p>
          <a:p>
            <a:r>
              <a:rPr sz="2000"/>
              <a:t>One narration per slide</a:t>
            </a:r>
          </a:p>
          <a:p>
            <a:r>
              <a:rPr sz="2000"/>
              <a:t>One video at the 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Slides become images</a:t>
            </a:r>
          </a:p>
          <a:p>
            <a:r>
              <a:rPr sz="2000"/>
              <a:t>The text becomes speech</a:t>
            </a:r>
          </a:p>
          <a:p>
            <a:r>
              <a:rPr sz="2000"/>
              <a:t>ffmpeg joins the clips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Settings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Voice and speed</a:t>
            </a:r>
          </a:p>
          <a:p>
            <a:r>
              <a:rPr sz="2000"/>
              <a:t>Subtitles as VTT or SRT</a:t>
            </a:r>
          </a:p>
          <a:p>
            <a:r>
              <a:rPr sz="2000"/>
              <a:t>Any slide selection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